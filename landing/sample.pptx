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44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介紹公司現有資源，說明數據為我們攜手廣告商的獨特優勢。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展示我們技術優勢如何支持廣告業務的快速反應與迭代。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強調數據驅動的優勢，展示系統效能實現呼應市場需求的具體成效。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對比展示AI技術在數據分析中的重大影響力，吸引高層對方案的支持。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詳細說明從初期策略設定至實施的具體流程，為合作者展現明確願景。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透過表格分析各細節，建立綜合視角以分享大局觀。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介紹在用戶數據洞察方面我們的持續投入與成果，突出用戶分析的重要性。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引用實力權威的觀點，強調數據科學對廣告設計與效能帶來的重大影響與轉變。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向聽眾清晰闡述可行的時間計畫與主要里程碑，以便即刻落地執行。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強調持續合作的重要性，同時不斷尋求創新，提升業務速度和質量。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用數據驅動改寫廣告行業規則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藉由AI技術與龐大數據資源，提升市場競爭力與廣告投資效益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0" y="2560320"/>
            <a:ext cx="2743200" cy="0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Ken Talk | 討論即簡報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</a:rPr>
              <a:t>2026/4/10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用戶數據是我們獨特的市場優勢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龐大的用戶基礎是我們為廣告商提供價值的根本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6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我們的發票和記帳系統日活躍用戶超過百萬，這是我們推出精準廣告投放系統的基石。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6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用戶行為數據可以幫助我們深入了解廣告客戶需求，從而制定更具針對性的市場策略。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6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這些數據也是廣告商需求的關鍵，可以確保我們能滿足甚至超越他們的預期。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介紹公司現有資源，說明數據為我們攜手廣告商的獨特優勢。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以技術為驅動的快速反應能力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掌握AI技術優勢，加速市場響應速度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4846320" cy="45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07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數據驅動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所有決策都基於數據分析，而不是主觀判斷，確保每一步都有依據。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09728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blurRad="645160000" dist="32258000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097280"/>
            <a:ext cx="4846320" cy="4572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207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0644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敏捷迭代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兩週一個衝刺週期，迅速驗證市場需求改變並及時調整策略。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06040"/>
            <a:ext cx="4846320" cy="45720"/>
          </a:xfrm>
          <a:prstGeom prst="rect">
            <a:avLst/>
          </a:prstGeom>
          <a:solidFill>
            <a:srgbClr val="2EAAA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157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用戶中心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定期進行用戶訪談，透過實際數據分析深刻了解消費者需求。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60604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2606040"/>
            <a:ext cx="4846320" cy="4572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7157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技術護城河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0644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以自研核心演算法優勢，構建競爭對手難以超越的技術壁壘。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展示我們技術優勢如何支持廣告業務的快速反應與迭代。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數據驅動，提升廣告效能 40%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透過AI分析實現更高廣告轉換率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371600"/>
            <a:ext cx="7315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00000"/>
                </a:solidFill>
              </a:rPr>
              <a:t>40%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廣告效能提升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藉由AI分析與優化，顯著提升廣告效能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強調數據驅動的優勢，展示系統效能實現呼應市場需求的具體成效。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現行手動數據分析與AI自動化對比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AI工具的引入顯著縮短分析時間，提高精準度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48920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88720"/>
            <a:ext cx="4892040" cy="502920"/>
          </a:xfrm>
          <a:prstGeom prst="roundRect">
            <a:avLst>
              <a:gd name="adj" fmla="val 21818"/>
            </a:avLst>
          </a:prstGeom>
          <a:solidFill>
            <a:srgbClr val="C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463040"/>
            <a:ext cx="4892040" cy="2286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手動整理數據，耗時數小時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洞察有限，錯誤率高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無法即時追蹤市場變化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1188720"/>
            <a:ext cx="48920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1188720"/>
            <a:ext cx="4892040" cy="502920"/>
          </a:xfrm>
          <a:prstGeom prst="roundRect">
            <a:avLst>
              <a:gd name="adj" fmla="val 21818"/>
            </a:avLst>
          </a:prstGeom>
          <a:solidFill>
            <a:srgbClr val="2F5496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7880" y="1463040"/>
            <a:ext cx="4892040" cy="2286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11887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AI導入後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9202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自動化報表生成，幾分鐘內完成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2860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高精準度，錯誤率顯著降低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651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即時數據儀表板提供及時更新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對比展示AI技術在數據分析中的重大影響力，吸引高層對方案的支持。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有效建構廣告商合作之五步驟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確立策略方向及操作步驟，從定義目標至市場開發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 w="25400">
            <a:solidFill>
              <a:srgbClr val="C0000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874520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市場調研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收集用戶痛點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468880"/>
            <a:ext cx="36576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20116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F549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874520"/>
            <a:ext cx="274320" cy="27432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建立假設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定義核心指標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468880"/>
            <a:ext cx="36576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1874520"/>
            <a:ext cx="1645920" cy="1188720"/>
          </a:xfrm>
          <a:prstGeom prst="diamond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2EAAA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市場需求與潛在技術合作伙伴分析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深入分析市場以確立合作策略方向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515600" cy="2057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分析維度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現有市場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競爭優勢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合作潛力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可優化成本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科技水平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逐步提高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優勢顯著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市場擴展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寬廣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擴展潛力大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數據應用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不成熟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合作價值高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5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透過表格分析各細節，建立綜合視角以分享大局觀。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用戶洞察為廣告策略提供實時支持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持續獲取精準用戶數據，改善廣告指標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3322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32232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41376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8235"/>
                </a:solidFill>
              </a:rPr>
              <a:t>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32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</a:rPr>
              <a:t>90%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32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用戶洞察準確率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332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+5% 透過新算法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45280" y="1188720"/>
            <a:ext cx="3322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45280" y="1188720"/>
            <a:ext cx="3322320" cy="54864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701040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8235"/>
                </a:solidFill>
              </a:rPr>
              <a:t>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45280" y="1463040"/>
            <a:ext cx="332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496"/>
                </a:solidFill>
              </a:rPr>
              <a:t>95%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145280" y="2468880"/>
            <a:ext cx="332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廣告精準投放率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45280" y="2880360"/>
            <a:ext cx="332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顯著優於市場平均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41920" y="1188720"/>
            <a:ext cx="3322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41920" y="1188720"/>
            <a:ext cx="3322320" cy="54864"/>
          </a:xfrm>
          <a:prstGeom prst="rect">
            <a:avLst/>
          </a:prstGeom>
          <a:solidFill>
            <a:srgbClr val="2EAAA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704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8235"/>
                </a:solidFill>
              </a:rPr>
              <a:t>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41920" y="1463040"/>
            <a:ext cx="332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AAAA"/>
                </a:solidFill>
              </a:rPr>
              <a:t>85萬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741920" y="2468880"/>
            <a:ext cx="332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月活躍用戶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41920" y="2880360"/>
            <a:ext cx="332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持續穩定增長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介紹在用戶數據洞察方面我們的持續投入與成果，突出用戶分析的重要性。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即時選擇適宜策略，提升廣告效益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AI技術整合數據分析，創造最佳投資回報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371600"/>
            <a:ext cx="91440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71600"/>
            <a:ext cx="73152" cy="25603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在數字時代，廣告不再是藝術，而是一門數據科學。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John Doe, 數據科學家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引用實力權威的觀點，強調數據科學對廣告設計與效能帶來的重大影響與轉變。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具體行動計畫：三個即時可執行的步驟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落實廣告商模型推廣之具體步驟，從測試至完全推廣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77440"/>
            <a:ext cx="9692640" cy="0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212848"/>
            <a:ext cx="329184" cy="329184"/>
          </a:xfrm>
          <a:prstGeom prst="ellipse">
            <a:avLst/>
          </a:prstGeom>
          <a:solidFill>
            <a:srgbClr val="C00000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463040"/>
            <a:ext cx="0" cy="73152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914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第1-2週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170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市場需求調研與原型設計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2212848"/>
            <a:ext cx="329184" cy="329184"/>
          </a:xfrm>
          <a:prstGeom prst="ellipse">
            <a:avLst/>
          </a:prstGeom>
          <a:solidFill>
            <a:srgbClr val="2F5496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2606040"/>
            <a:ext cx="0" cy="73152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88036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4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第3-4週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8036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 開發與初步內部測試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79008" y="2212848"/>
            <a:ext cx="329184" cy="329184"/>
          </a:xfrm>
          <a:prstGeom prst="ellipse">
            <a:avLst/>
          </a:prstGeom>
          <a:solidFill>
            <a:srgbClr val="2EAAAA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7900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0" cy="73152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03520" y="914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第5-6週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170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數據收集結果評估與改善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02168" y="2212848"/>
            <a:ext cx="329184" cy="329184"/>
          </a:xfrm>
          <a:prstGeom prst="ellipse">
            <a:avLst/>
          </a:prstGeom>
          <a:solidFill>
            <a:srgbClr val="548235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0216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66760" y="2606040"/>
            <a:ext cx="0" cy="73152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72668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第7-8週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廣告效果市場測試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625328" y="2212848"/>
            <a:ext cx="329184" cy="329184"/>
          </a:xfrm>
          <a:prstGeom prst="ellipse">
            <a:avLst/>
          </a:prstGeom>
          <a:solidFill>
            <a:srgbClr val="ED7D31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62532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789920" y="1463040"/>
            <a:ext cx="0" cy="73152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0149840" y="914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7D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第9-10週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49840" y="1170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正式商業化推廣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向聽眾清晰闡述可行的時間計畫與主要里程碑，以便即刻落地執行。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36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合作夥伴關係的價值提升戰略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36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選擇最佳合作夥伴與工具，創造長期價值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515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371600"/>
            <a:ext cx="21259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371600"/>
            <a:ext cx="2125980" cy="45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強化合作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1943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加強與頂級廣告商的戰略合作，形成穩定的供應鏈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6140" y="1371600"/>
            <a:ext cx="21259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6140" y="1371600"/>
            <a:ext cx="2125980" cy="4572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3406140" y="150876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97580" y="201168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技術升級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7580" y="2331720"/>
            <a:ext cx="1943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持續投資前沿技術，保持在廣告科技領域的領先地位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1371600"/>
            <a:ext cx="21259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1371600"/>
            <a:ext cx="2125980" cy="45720"/>
          </a:xfrm>
          <a:prstGeom prst="rect">
            <a:avLst/>
          </a:prstGeom>
          <a:solidFill>
            <a:srgbClr val="2EAAAA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50876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97880" y="201168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數據優化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97880" y="2331720"/>
            <a:ext cx="1943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利用先進AI技術進行持續數據優化，提供精準的市場洞察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06740" y="1371600"/>
            <a:ext cx="21259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06740" y="1371600"/>
            <a:ext cx="2125980" cy="4572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23" name="Text 21"/>
          <p:cNvSpPr/>
          <p:nvPr/>
        </p:nvSpPr>
        <p:spPr>
          <a:xfrm>
            <a:off x="8206740" y="150876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298180" y="201168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持續創新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98180" y="2331720"/>
            <a:ext cx="1943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不斷探索新理念與方法，推動廣告運營效率的提升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251960"/>
            <a:ext cx="1219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97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💡 強調持續合作的重要性，同時不斷尋求創新，提升業務速度和質量。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972800" y="443484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109728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743200" cy="0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7F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Generated by Ken Talk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Macintosh PowerPoint</Application>
  <PresentationFormat>寬螢幕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Ken Talk</dc:creator>
  <cp:lastModifiedBy>Rebecca Chiu</cp:lastModifiedBy>
  <cp:revision>3</cp:revision>
  <dcterms:created xsi:type="dcterms:W3CDTF">2026-04-10T07:01:12Z</dcterms:created>
  <dcterms:modified xsi:type="dcterms:W3CDTF">2026-04-10T07:02:33Z</dcterms:modified>
</cp:coreProperties>
</file>